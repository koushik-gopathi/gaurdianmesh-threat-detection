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1794" y="2076599"/>
            <a:ext cx="3300413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GUARDIANMESH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612827" y="2923133"/>
            <a:ext cx="3918347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Dynamic Threat Analysis for AI Interactions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144" y="4593431"/>
            <a:ext cx="9129713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144" y="4593431"/>
            <a:ext cx="9129713" cy="7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7144" y="4593431"/>
            <a:ext cx="9129713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ADVANCED HEURISTIC-BASED DETECTION ENGINE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506313"/>
            <a:ext cx="827246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THE SECURITY GAP IN AI INTERACTIONS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7144" y="945654"/>
            <a:ext cx="9129713" cy="41907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4" y="945654"/>
            <a:ext cx="9129713" cy="7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435769" y="1202829"/>
            <a:ext cx="370046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THE LIMITATION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5769" y="1513582"/>
            <a:ext cx="3700463" cy="5028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Traditional keyword-based systems are easily </a:t>
            </a: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bypassed by sophisticated prompt engineering.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35769" y="2130735"/>
            <a:ext cx="3700463" cy="75428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interactions are complex and context-</a:t>
            </a: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dependent, requiring more than simple static </a:t>
            </a: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filters.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35769" y="1542157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■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35769" y="2159310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■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000625" y="1202829"/>
            <a:ext cx="3707606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THE CONSEQUENCE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00625" y="1513582"/>
            <a:ext cx="3707606" cy="5028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lack of depth in understanding user intent leads </a:t>
            </a: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 dangerous false negatives and data leaks.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00625" y="2130735"/>
            <a:ext cx="3707606" cy="5028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Modern AI systems need a security layer that </a:t>
            </a: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evaluates risk based on behavioral patterns.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00625" y="1542157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■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00625" y="2159310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■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506313"/>
            <a:ext cx="827246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GUARDIANMESH: THE INTELLIGENT SECURITY LAYER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35769" y="1388566"/>
            <a:ext cx="8272463" cy="45362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SOLUTION CAPABILITIES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35769" y="1842195"/>
            <a:ext cx="2481728" cy="514350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Dynamic Evaluation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917496" y="1842195"/>
            <a:ext cx="5790735" cy="514350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Shifts from static filtering to intelligent, heuristic evaluation of interactions.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35769" y="2356545"/>
            <a:ext cx="2481728" cy="503634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Multi-Dimensional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17496" y="2356545"/>
            <a:ext cx="5790735" cy="503634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Analyzes interactions across intent, context, and requested actions.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35769" y="2860179"/>
            <a:ext cx="2481728" cy="503634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Structured Results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17496" y="2860179"/>
            <a:ext cx="5790735" cy="503634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Provides quantifiable Threat Scores and actionable Recommendations.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35769" y="3363813"/>
            <a:ext cx="2481728" cy="503634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Seamless Integration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17496" y="3363813"/>
            <a:ext cx="5790735" cy="503634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Designed for direct integration into AI-to-System (MCP) communication.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506313"/>
            <a:ext cx="827246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COMPREHENSIVE DETECTION RULES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7144" y="959941"/>
            <a:ext cx="9129713" cy="417641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4" y="959941"/>
            <a:ext cx="9129713" cy="7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21456" y="1317129"/>
            <a:ext cx="1846659" cy="23931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AI SPECIFIC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7206" y="1685032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Prompt Injection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7206" y="1949351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Indirect Injection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7206" y="2213670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Override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7206" y="2477988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Role Hijacking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7206" y="1685032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7206" y="1949351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7206" y="2213670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7206" y="2477988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503884" y="1317129"/>
            <a:ext cx="1846659" cy="23931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SYSTEM &amp; DB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89634" y="1685032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Command Injection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789634" y="1949351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SQL Injection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789634" y="2213670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Malware Commands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789634" y="2477988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Dangerous Shell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789634" y="1685032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789634" y="1949351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789634" y="2213670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789634" y="2477988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86313" y="1317129"/>
            <a:ext cx="1846659" cy="23931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WEB &amp; DATA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72063" y="1685032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Cross Site Scripting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072063" y="1949351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Credential Theft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72063" y="2213670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SSH Key Exposure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072063" y="2477988"/>
            <a:ext cx="1560909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Sensitive Data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72063" y="1685032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72063" y="1949351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72063" y="2213670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072063" y="2477988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068741" y="1317129"/>
            <a:ext cx="1853803" cy="23931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EXTERNAL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354491" y="1685032"/>
            <a:ext cx="1568053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Suspicious URLs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354491" y="1949351"/>
            <a:ext cx="1568053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Phishing Tactics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354491" y="2213670"/>
            <a:ext cx="1568053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Encoded Payloads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354491" y="2477988"/>
            <a:ext cx="1568053" cy="19288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Supply Chain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354491" y="1685032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354491" y="1949351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354491" y="2213670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354491" y="2477988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2D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→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506313"/>
            <a:ext cx="827246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DYNAMIC ANALYSIS WORKFLOW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7144" y="959941"/>
            <a:ext cx="9129713" cy="417641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4" y="959941"/>
            <a:ext cx="9129713" cy="7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92894" y="1331416"/>
            <a:ext cx="39862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01. INTENT &amp; CONTEXT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894" y="1767185"/>
            <a:ext cx="39862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engine deciphers the "why" and "where" behind every user prompt, looking beyond literal strings to understand the underlying objective within the current environment.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57750" y="1331416"/>
            <a:ext cx="39933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02. ACTION VERBS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57750" y="1767185"/>
            <a:ext cx="39933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Identifies dangerous commands or sensitive operations requested by the user, mapping linguistic actions to potential system-level risks.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92894" y="3419624"/>
            <a:ext cx="39862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03. PERMISSION MAPPING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2894" y="3855393"/>
            <a:ext cx="39862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Validates if requested actions align with implied or explicit permissions, ensuring that the AI does not exceed its authorized operational boundaries.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57750" y="3419624"/>
            <a:ext cx="39933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04. ADVANCED HEURISTICS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57750" y="3855393"/>
            <a:ext cx="39933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Detects encoded payloads, obfuscated scripts, and behavioral patterns indicative of malicious intent that bypass traditional signature-based filters.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506313"/>
            <a:ext cx="827246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INTELLIGENT REPORTING &amp; INSIGHTS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7144" y="959941"/>
            <a:ext cx="9129713" cy="205472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4" y="959941"/>
            <a:ext cx="9129713" cy="7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92894" y="1331416"/>
            <a:ext cx="24645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THREAT SCORE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894" y="1645741"/>
            <a:ext cx="246459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0-100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92894" y="2227957"/>
            <a:ext cx="24645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quantifiable risk assessment for every interaction, enabling automated policy enforcement based on severity thresholds.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336131" y="1331416"/>
            <a:ext cx="24645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36131" y="1645741"/>
            <a:ext cx="246459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98.4%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3336131" y="2227957"/>
            <a:ext cx="24645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certainty in the detection assessment, reducing false positives through multi-layered heuristic validation.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379369" y="1331416"/>
            <a:ext cx="24717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79369" y="1645741"/>
            <a:ext cx="24717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BLOCK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6379369" y="2227957"/>
            <a:ext cx="24717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Immediate, actionable steps to mitigate risks, ranging from simple warnings to complete session termination.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144" y="3014663"/>
            <a:ext cx="9129713" cy="21216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144" y="3014663"/>
            <a:ext cx="9129713" cy="7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435769" y="3321844"/>
            <a:ext cx="82724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SAMPLE RISK DISTRIBUTION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9" y="3564731"/>
            <a:ext cx="8272463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506313"/>
            <a:ext cx="827246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ARCHITECTURE &amp; IMPLEMENTATION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7144" y="959941"/>
            <a:ext cx="9129713" cy="417641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4" y="959941"/>
            <a:ext cx="9129713" cy="7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435769" y="1345704"/>
            <a:ext cx="370046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CORE COMPONENTS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5769" y="1713607"/>
            <a:ext cx="37004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system is built on a modular TypeScript architecture, separating detection logic from the presentation layer for maximum efficiency.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35769" y="2499420"/>
            <a:ext cx="1428750" cy="321469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64519" y="2499420"/>
            <a:ext cx="2271713" cy="321469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Functionality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5769" y="2820888"/>
            <a:ext cx="1428750" cy="517922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threatEngine.ts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864519" y="2820888"/>
            <a:ext cx="2271713" cy="517922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Central hub for heuristic-based evaluation logic.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5769" y="3338810"/>
            <a:ext cx="1428750" cy="514350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AnalyzeMCPPage.tsx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864519" y="3338810"/>
            <a:ext cx="2271713" cy="514350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Real-time analysis interface for AI-system interactions.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00625" y="1345704"/>
            <a:ext cx="3707606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DATA &amp; REPORTING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00625" y="1713607"/>
            <a:ext cx="370760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GuardianMesh utilizes localized persistence to ensure low-latency access to threat reports and historical audit logs.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00625" y="2499420"/>
            <a:ext cx="1585913" cy="321469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Module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86538" y="2499420"/>
            <a:ext cx="2121694" cy="321469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Functionality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00625" y="2820888"/>
            <a:ext cx="1585913" cy="517922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ThreatReportPage.tsx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586538" y="2820888"/>
            <a:ext cx="2121694" cy="517922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Dynamic visualization of security findings and scores.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000625" y="3338810"/>
            <a:ext cx="1585913" cy="514350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Local Storage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86538" y="3338810"/>
            <a:ext cx="2121694" cy="514350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Persistent storage for fast retrieval of audit data.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863222"/>
            <a:ext cx="77009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SECURING THE FUTURE OF AI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7144" y="1788337"/>
            <a:ext cx="9129713" cy="25800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4" y="1788337"/>
            <a:ext cx="9129713" cy="7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721519" y="2388412"/>
            <a:ext cx="312896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1519" y="2784890"/>
            <a:ext cx="3128963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GuardianMesh provides a critical security layer for autonomous AI agents, moving beyond reactive filters to proactive, behavioral protection.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86375" y="2388412"/>
            <a:ext cx="3136106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2D2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THE IMPACT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86375" y="2784890"/>
            <a:ext cx="3136106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By reducing security friction and maximizing protection, we enable the safe deployment of AI-driven systems in sensitive environments.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144" y="4368403"/>
            <a:ext cx="9129713" cy="7679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144" y="4368403"/>
            <a:ext cx="9129713" cy="7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144" y="4368403"/>
            <a:ext cx="9129713" cy="767953"/>
          </a:xfrm>
          <a:prstGeom prst="rect">
            <a:avLst/>
          </a:prstGeom>
          <a:noFill/>
          <a:ln/>
        </p:spPr>
        <p:txBody>
          <a:bodyPr wrap="square" lIns="0" tIns="340233" rIns="0" bIns="340233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GUARDIANMESH: AUTONOMOUS SECURITY FOR THE AI ERA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2026-07-18T08:55:58Z</dcterms:created>
  <dcterms:modified xsi:type="dcterms:W3CDTF">2026-07-18T08:55:58Z</dcterms:modified>
</cp:coreProperties>
</file>